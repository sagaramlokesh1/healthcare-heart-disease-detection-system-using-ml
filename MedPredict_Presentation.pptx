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389120"/>
            <a:ext cx="2743200" cy="27432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21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658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MEDPREDICT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MedPredict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Cardiovascular Risk Assessment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Data and Care with Machine Learning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972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Random Forest Classification  |  Clinical Decision Support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Risk Assessment Falls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Risk Assessment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rely on standard charts (Framingham, ASCVD) that are time-consuming and don't adapt to individual patient profiles.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0116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Overload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55080" y="2743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health records contain vast amounts of data; human experts cannot process all features simultaneously.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4348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34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Models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166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risk scores are based on population averages and ignore new risk factors or variable interactions.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41605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4348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434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Early Warning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55080" y="5166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predictive analytics, high-risk patients are often identified only after symptoms appear.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MedPredict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 &amp; clinical data (age, gender, BP, cholesterol, smoking) via web 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33472" y="26746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70632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3538728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0360" y="27432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32004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normalise numerical features, encode categorical variables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55464" y="26746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92624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02352" y="27432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9784" y="32004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derived features (BMI, age-risk interaction); select via statistical tests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77456" y="26746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14616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82712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982712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24344" y="27432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Classification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51776" y="32004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ensemble trained on labelled data (e.g. UCI Heart Disease dataset)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99448" y="26746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36608" y="182880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04704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204704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46336" y="27432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&amp; Dashboard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73768" y="320040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score, confidence, feature-contribution chart, recommendations, PDF export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Entities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9FA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2303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71600" y="5138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71600" y="54681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health data, views personal risk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89120" y="49377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9FA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52303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12080" y="5138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12080" y="54681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predictions, manages patient records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0" y="49377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9FA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58200" y="52303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Text 44"/>
          <p:cNvSpPr/>
          <p:nvPr/>
        </p:nvSpPr>
        <p:spPr>
          <a:xfrm>
            <a:off x="845820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52560" y="5138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052560" y="54681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system usage, generates aggregate reports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MedPredict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Design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independently developed and maintained modules power the MedPredict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108960"/>
            <a:ext cx="2825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Flask-based web app with role-based login (Admin, Doctor, Patient). Dashboards with charts, risk meters, and appointment scheduling.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87452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213055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16552" y="274320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16552" y="3108960"/>
            <a:ext cx="2825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input data: handles missing values, scales numeric features, encodes categories (e.g. One-Hot encoding).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187452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28432" y="2130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028432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28432" y="274320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28432" y="3108960"/>
            <a:ext cx="2825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raw features with derived metrics (BMI, BP category, age groups). Selects top features via Random Forest importance.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54580" y="411480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10612" y="43708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2610612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10612" y="49834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Classification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10612" y="5349240"/>
            <a:ext cx="2825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 trained on a heart disease dataset. Probability scores and class output, persisted with joblib.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66460" y="4114800"/>
            <a:ext cx="33375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22492" y="43708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222492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22492" y="49834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Analytics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22492" y="5349240"/>
            <a:ext cx="2825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risk meters, feature-contribution charts, trend graphs over time, and PDF reports for doctors and patients.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MedPredict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Screens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DDE6EC"/>
            </a:solidFill>
            <a:prstDash val="solid"/>
          </a:ln>
        </p:spPr>
      </p:sp>
      <p:pic>
        <p:nvPicPr>
          <p:cNvPr id="5" name="Image 0" descr="/home/claude/medpredict/Screenshot_2026-06-22_2300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8232"/>
            <a:ext cx="2478024" cy="116927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3310128"/>
            <a:ext cx="2423160" cy="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6758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and role selection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47288" y="14173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DDE6EC"/>
            </a:solidFill>
            <a:prstDash val="solid"/>
          </a:ln>
        </p:spPr>
      </p:sp>
      <p:pic>
        <p:nvPicPr>
          <p:cNvPr id="10" name="Image 1" descr="/home/claude/medpredict/crop_Screenshot_2026-06-22_2303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792081"/>
            <a:ext cx="2478024" cy="116157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84448" y="3310128"/>
            <a:ext cx="2423160" cy="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84448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Choice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84448" y="36758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Doctor &amp; Patient portals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345936" y="14173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DDE6EC"/>
            </a:solidFill>
            <a:prstDash val="solid"/>
          </a:ln>
        </p:spPr>
      </p:sp>
      <p:pic>
        <p:nvPicPr>
          <p:cNvPr id="15" name="Image 2" descr="/home/claude/medpredict/crop_Screenshot_2026-06-22_23045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759815"/>
            <a:ext cx="2478024" cy="122610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83096" y="3310128"/>
            <a:ext cx="2423160" cy="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83096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83096" y="36758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predictions &amp; doctors overview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244584" y="141732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DDE6EC"/>
            </a:solidFill>
            <a:prstDash val="solid"/>
          </a:ln>
        </p:spPr>
      </p:sp>
      <p:pic>
        <p:nvPicPr>
          <p:cNvPr id="20" name="Image 3" descr="/home/claude/medpredict/crop_Screenshot_2026-06-22_23065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1759815"/>
            <a:ext cx="2478024" cy="122610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381744" y="3310128"/>
            <a:ext cx="2423160" cy="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381744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Dashboard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381744" y="36758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trends &amp; high-risk patients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526280"/>
            <a:ext cx="11393424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4526280"/>
            <a:ext cx="10936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included: Appointment booking/confirmation and the Prediction Form for instant risk scoring with recommendations.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MedPredict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846320"/>
            <a:ext cx="3200400" cy="3200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Impact, Built for Trust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24365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 Accuracy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machine learning (Random Forest) achieves high accuracy in predicting cardiovascular risk, surpassing traditional risk calculators.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24365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Signal Fusion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5146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clinical features with derived behavioral signals (smoking, physical activity) yields richer predictive power.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24365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by Design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interface empowers doctors to make data-driven decisions and patients to understand their health status.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41148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24365E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48920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identification enables preventive care, reduces hospital admissions, and improves patient outcomes.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MedPredict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481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48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828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0" cy="77724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78308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Random Forest with LSTM or Transformer models to capture temporal patterns from longitudinal EHR time series.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11353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135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017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 Integration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7520"/>
            <a:ext cx="0" cy="77724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97180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real-time data from smartwatches (heart rate, activity) for continuous risk monitoring.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30225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022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4206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Multi-lingual &amp; Explainable AI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4206240"/>
            <a:ext cx="0" cy="77724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416052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 for regional languages and use SHAP/LIME to provide patient-friendly explanations.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549097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4909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91640" y="5394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Retraining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63440" y="5394960"/>
            <a:ext cx="0" cy="777240"/>
          </a:xfrm>
          <a:prstGeom prst="line">
            <a:avLst/>
          </a:prstGeom>
          <a:noFill/>
          <a:ln w="12700">
            <a:solidFill>
              <a:srgbClr val="DD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534924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where new patient outcomes automatically retrain the model, keeping it current with population trends.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MedPredict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965960"/>
            <a:ext cx="1280160" cy="1280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4068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2A4A"/>
                </a:solidFill>
              </a:rPr>
              <a:t>♥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MedPredict — Bridging Data and Care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2026-07-22T18:06:53Z</dcterms:created>
  <dcterms:modified xsi:type="dcterms:W3CDTF">2026-07-22T18:06:53Z</dcterms:modified>
</cp:coreProperties>
</file>